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the last trip you actually loved. When you got home, where did it go? The itinerary is in one app, the photos are in your camera roll, and the film you meant to make never happened. You lived a weekend. You remember a pile of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Pinlog is a map-first travel diary. You plan the trip as pins on a map, you live it by dropping photos and notes onto those same pins, and when you want the weekend back, the notebook cuts you a little film. Everything is a pin.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ElevenLabs: every line of the voice-over is its own text-to-speech clip, dropped on its timestamp so narration matches the map, pins and title cards. Auth0: hosted login with email or Google; our server trades the one-time code for an encrypted session cookie, so the app never handles a credential. IFM K2-Think-v2 behind one LLM port: plan and replan as structured JSON, pin ask and journal chat grounded in the trip, day summary, and the vlog script that cites notes so the film does not invent the weekend. Cursor: a fourth teammate that read the handoff docs and the schema package, stayed inside one owner folder, kept the notebook look consistent, and debugged the MapLibre worker, seed photos, Auth0 and IFM wiring.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jpg"/><Relationship Id="rId10" Type="http://schemas.openxmlformats.org/officeDocument/2006/relationships/image" Target="../media/image-1-10.jpg"/><Relationship Id="rId11" Type="http://schemas.openxmlformats.org/officeDocument/2006/relationships/image" Target="../media/image-1-11.jpg"/><Relationship Id="rId12" Type="http://schemas.openxmlformats.org/officeDocument/2006/relationships/image" Target="../media/image-1-12.png"/><Relationship Id="rId13" Type="http://schemas.openxmlformats.org/officeDocument/2006/relationships/slideLayout" Target="../slideLayouts/slideLayout1.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slideLayout" Target="../slideLayouts/slideLayout1.xml"/><Relationship Id="rId1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slideLayout" Target="../slideLayouts/slideLayout1.xml"/><Relationship Id="rId20"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1/-Users-wuzichu-Desktop-HackCMU-2026-HackCMU-2026--claude-worktrees-hackathon-pitch-deck-2022f2/335a504f-c184-4953-bfd7-6283f13618b6/scratchpad/assets/icon-clover.png">    </p:cNvPr>
          <p:cNvPicPr>
            <a:picLocks noChangeAspect="1"/>
          </p:cNvPicPr>
          <p:nvPr/>
        </p:nvPicPr>
        <p:blipFill>
          <a:blip r:embed="rId2"/>
          <a:stretch>
            <a:fillRect/>
          </a:stretch>
        </p:blipFill>
        <p:spPr>
          <a:xfrm>
            <a:off x="457200" y="246888"/>
            <a:ext cx="251193" cy="329184"/>
          </a:xfrm>
          <a:prstGeom prst="rect">
            <a:avLst/>
          </a:prstGeom>
        </p:spPr>
      </p:pic>
      <p:pic>
        <p:nvPicPr>
          <p:cNvPr id="3" name="Image 1" descr="/private/tmp/claude-501/-Users-wuzichu-Desktop-HackCMU-2026-HackCMU-2026--claude-worktrees-hackathon-pitch-deck-2022f2/335a504f-c184-4953-bfd7-6283f13618b6/scratchpad/assets/text-wordmark.png">    </p:cNvPr>
          <p:cNvPicPr>
            <a:picLocks noChangeAspect="1"/>
          </p:cNvPicPr>
          <p:nvPr/>
        </p:nvPicPr>
        <p:blipFill>
          <a:blip r:embed="rId3"/>
          <a:stretch>
            <a:fillRect/>
          </a:stretch>
        </p:blipFill>
        <p:spPr>
          <a:xfrm>
            <a:off x="822960" y="146304"/>
            <a:ext cx="991643" cy="475488"/>
          </a:xfrm>
          <a:prstGeom prst="rect">
            <a:avLst/>
          </a:prstGeom>
        </p:spPr>
      </p:pic>
      <p:pic>
        <p:nvPicPr>
          <p:cNvPr id="4" name="Image 2" descr="/private/tmp/claude-501/-Users-wuzichu-Desktop-HackCMU-2026-HackCMU-2026--claude-worktrees-hackathon-pitch-deck-2022f2/335a504f-c184-4953-bfd7-6283f13618b6/scratchpad/assets/text-tag.png">    </p:cNvPr>
          <p:cNvPicPr>
            <a:picLocks noChangeAspect="1"/>
          </p:cNvPicPr>
          <p:nvPr/>
        </p:nvPicPr>
        <p:blipFill>
          <a:blip r:embed="rId4"/>
          <a:stretch>
            <a:fillRect/>
          </a:stretch>
        </p:blipFill>
        <p:spPr>
          <a:xfrm>
            <a:off x="3315815" y="246888"/>
            <a:ext cx="2512370" cy="274320"/>
          </a:xfrm>
          <a:prstGeom prst="rect">
            <a:avLst/>
          </a:prstGeom>
        </p:spPr>
      </p:pic>
      <p:pic>
        <p:nvPicPr>
          <p:cNvPr id="5" name="Image 3" descr="/private/tmp/claude-501/-Users-wuzichu-Desktop-HackCMU-2026-HackCMU-2026--claude-worktrees-hackathon-pitch-deck-2022f2/335a504f-c184-4953-bfd7-6283f13618b6/scratchpad/assets/text-hack.png">    </p:cNvPr>
          <p:cNvPicPr>
            <a:picLocks noChangeAspect="1"/>
          </p:cNvPicPr>
          <p:nvPr/>
        </p:nvPicPr>
        <p:blipFill>
          <a:blip r:embed="rId5"/>
          <a:stretch>
            <a:fillRect/>
          </a:stretch>
        </p:blipFill>
        <p:spPr>
          <a:xfrm>
            <a:off x="7532649" y="246888"/>
            <a:ext cx="1154151" cy="274320"/>
          </a:xfrm>
          <a:prstGeom prst="rect">
            <a:avLst/>
          </a:prstGeom>
        </p:spPr>
      </p:pic>
      <p:sp>
        <p:nvSpPr>
          <p:cNvPr id="6" name="Shape 0"/>
          <p:cNvSpPr/>
          <p:nvPr/>
        </p:nvSpPr>
        <p:spPr>
          <a:xfrm>
            <a:off x="457200" y="777240"/>
            <a:ext cx="8229600" cy="0"/>
          </a:xfrm>
          <a:prstGeom prst="line">
            <a:avLst/>
          </a:prstGeom>
          <a:noFill/>
          <a:ln w="9525">
            <a:solidFill>
              <a:srgbClr val="CFC7B8"/>
            </a:solidFill>
            <a:prstDash val="solid"/>
          </a:ln>
        </p:spPr>
      </p:sp>
      <p:sp>
        <p:nvSpPr>
          <p:cNvPr id="7" name="Text 1"/>
          <p:cNvSpPr txBox="1"/>
          <p:nvPr/>
        </p:nvSpPr>
        <p:spPr>
          <a:xfrm>
            <a:off x="548640" y="1005840"/>
            <a:ext cx="2743200" cy="228600"/>
          </a:xfrm>
          <a:prstGeom prst="rect">
            <a:avLst/>
          </a:prstGeom>
          <a:noFill/>
          <a:ln/>
        </p:spPr>
        <p:txBody>
          <a:bodyPr wrap="square" lIns="0" tIns="0" rIns="0" bIns="0" rtlCol="0" anchor="ctr"/>
          <a:lstStyle/>
          <a:p>
            <a:pPr indent="0" marL="0">
              <a:buNone/>
            </a:pPr>
            <a:r>
              <a:rPr lang="en-US" sz="950" b="1" spc="250" kern="0" dirty="0">
                <a:solidFill>
                  <a:srgbClr val="787268"/>
                </a:solidFill>
                <a:latin typeface="Nunito" pitchFamily="34" charset="0"/>
                <a:ea typeface="Nunito" pitchFamily="34" charset="-122"/>
                <a:cs typeface="Nunito" pitchFamily="34" charset="-120"/>
              </a:rPr>
              <a:t>THE PROBLEM</a:t>
            </a:r>
            <a:endParaRPr lang="en-US" sz="950" dirty="0"/>
          </a:p>
        </p:txBody>
      </p:sp>
      <p:pic>
        <p:nvPicPr>
          <p:cNvPr id="8" name="Image 4" descr="/private/tmp/claude-501/-Users-wuzichu-Desktop-HackCMU-2026-HackCMU-2026--claude-worktrees-hackathon-pitch-deck-2022f2/335a504f-c184-4953-bfd7-6283f13618b6/scratchpad/assets/text-p-h1.png">    </p:cNvPr>
          <p:cNvPicPr>
            <a:picLocks noChangeAspect="1"/>
          </p:cNvPicPr>
          <p:nvPr/>
        </p:nvPicPr>
        <p:blipFill>
          <a:blip r:embed="rId6"/>
          <a:stretch>
            <a:fillRect/>
          </a:stretch>
        </p:blipFill>
        <p:spPr>
          <a:xfrm>
            <a:off x="502920" y="1170432"/>
            <a:ext cx="4840843" cy="1325880"/>
          </a:xfrm>
          <a:prstGeom prst="rect">
            <a:avLst/>
          </a:prstGeom>
        </p:spPr>
      </p:pic>
      <p:pic>
        <p:nvPicPr>
          <p:cNvPr id="9" name="Image 5" descr="/private/tmp/claude-501/-Users-wuzichu-Desktop-HackCMU-2026-HackCMU-2026--claude-worktrees-hackathon-pitch-deck-2022f2/335a504f-c184-4953-bfd7-6283f13618b6/scratchpad/assets/text-p-sub.png">    </p:cNvPr>
          <p:cNvPicPr>
            <a:picLocks noChangeAspect="1"/>
          </p:cNvPicPr>
          <p:nvPr/>
        </p:nvPicPr>
        <p:blipFill>
          <a:blip r:embed="rId7"/>
          <a:stretch>
            <a:fillRect/>
          </a:stretch>
        </p:blipFill>
        <p:spPr>
          <a:xfrm>
            <a:off x="530352" y="2606040"/>
            <a:ext cx="3608183" cy="603504"/>
          </a:xfrm>
          <a:prstGeom prst="rect">
            <a:avLst/>
          </a:prstGeom>
        </p:spPr>
      </p:pic>
      <p:pic>
        <p:nvPicPr>
          <p:cNvPr id="10" name="Image 6" descr="/private/tmp/claude-501/-Users-wuzichu-Desktop-HackCMU-2026-HackCMU-2026--claude-worktrees-hackathon-pitch-deck-2022f2/335a504f-c184-4953-bfd7-6283f13618b6/scratchpad/assets/text-team2.png">    </p:cNvPr>
          <p:cNvPicPr>
            <a:picLocks noChangeAspect="1"/>
          </p:cNvPicPr>
          <p:nvPr/>
        </p:nvPicPr>
        <p:blipFill>
          <a:blip r:embed="rId8"/>
          <a:stretch>
            <a:fillRect/>
          </a:stretch>
        </p:blipFill>
        <p:spPr>
          <a:xfrm>
            <a:off x="530352" y="4526280"/>
            <a:ext cx="4221852" cy="274320"/>
          </a:xfrm>
          <a:prstGeom prst="rect">
            <a:avLst/>
          </a:prstGeom>
        </p:spPr>
      </p:pic>
      <p:sp>
        <p:nvSpPr>
          <p:cNvPr id="11" name="Shape 2"/>
          <p:cNvSpPr/>
          <p:nvPr/>
        </p:nvSpPr>
        <p:spPr>
          <a:xfrm rot="-420000">
            <a:off x="5513832" y="1234440"/>
            <a:ext cx="1700784" cy="1566949"/>
          </a:xfrm>
          <a:prstGeom prst="rect">
            <a:avLst/>
          </a:prstGeom>
          <a:solidFill>
            <a:srgbClr val="686258">
              <a:alpha val="22000"/>
            </a:srgbClr>
          </a:solidFill>
          <a:ln w="12700">
            <a:solidFill>
              <a:srgbClr val="333333"/>
            </a:solidFill>
            <a:prstDash val="solid"/>
          </a:ln>
        </p:spPr>
      </p:sp>
      <p:sp>
        <p:nvSpPr>
          <p:cNvPr id="12" name="Shape 3"/>
          <p:cNvSpPr/>
          <p:nvPr/>
        </p:nvSpPr>
        <p:spPr>
          <a:xfrm rot="-420000">
            <a:off x="5486400" y="1188720"/>
            <a:ext cx="1700784" cy="1566949"/>
          </a:xfrm>
          <a:prstGeom prst="rect">
            <a:avLst/>
          </a:prstGeom>
          <a:solidFill>
            <a:srgbClr val="FFFFFF"/>
          </a:solidFill>
          <a:ln w="9525">
            <a:solidFill>
              <a:srgbClr val="CFC7B8"/>
            </a:solidFill>
            <a:prstDash val="solid"/>
          </a:ln>
        </p:spPr>
      </p:sp>
      <p:pic>
        <p:nvPicPr>
          <p:cNvPr id="13" name="Image 7" descr="/private/tmp/claude-501/-Users-wuzichu-Desktop-HackCMU-2026-HackCMU-2026--claude-worktrees-hackathon-pitch-deck-2022f2/335a504f-c184-4953-bfd7-6283f13618b6/scratchpad/assets/photo-warhol.jpg">    </p:cNvPr>
          <p:cNvPicPr>
            <a:picLocks noChangeAspect="1"/>
          </p:cNvPicPr>
          <p:nvPr/>
        </p:nvPicPr>
        <p:blipFill>
          <a:blip r:embed="rId9"/>
          <a:stretch>
            <a:fillRect/>
          </a:stretch>
        </p:blipFill>
        <p:spPr>
          <a:xfrm rot="-420000">
            <a:off x="5559552" y="1261872"/>
            <a:ext cx="1554480" cy="1201189"/>
          </a:xfrm>
          <a:prstGeom prst="rect">
            <a:avLst/>
          </a:prstGeom>
        </p:spPr>
      </p:pic>
      <p:sp>
        <p:nvSpPr>
          <p:cNvPr id="14" name="Shape 4"/>
          <p:cNvSpPr/>
          <p:nvPr/>
        </p:nvSpPr>
        <p:spPr>
          <a:xfrm rot="480000">
            <a:off x="7571232" y="1097280"/>
            <a:ext cx="1197864" cy="1651000"/>
          </a:xfrm>
          <a:prstGeom prst="rect">
            <a:avLst/>
          </a:prstGeom>
          <a:solidFill>
            <a:srgbClr val="686258">
              <a:alpha val="22000"/>
            </a:srgbClr>
          </a:solidFill>
          <a:ln w="12700">
            <a:solidFill>
              <a:srgbClr val="333333"/>
            </a:solidFill>
            <a:prstDash val="solid"/>
          </a:ln>
        </p:spPr>
      </p:sp>
      <p:sp>
        <p:nvSpPr>
          <p:cNvPr id="15" name="Shape 5"/>
          <p:cNvSpPr/>
          <p:nvPr/>
        </p:nvSpPr>
        <p:spPr>
          <a:xfrm rot="480000">
            <a:off x="7543800" y="1051560"/>
            <a:ext cx="1197864" cy="1651000"/>
          </a:xfrm>
          <a:prstGeom prst="rect">
            <a:avLst/>
          </a:prstGeom>
          <a:solidFill>
            <a:srgbClr val="FFFFFF"/>
          </a:solidFill>
          <a:ln w="9525">
            <a:solidFill>
              <a:srgbClr val="CFC7B8"/>
            </a:solidFill>
            <a:prstDash val="solid"/>
          </a:ln>
        </p:spPr>
      </p:sp>
      <p:pic>
        <p:nvPicPr>
          <p:cNvPr id="16" name="Image 8" descr="/private/tmp/claude-501/-Users-wuzichu-Desktop-HackCMU-2026-HackCMU-2026--claude-worktrees-hackathon-pitch-deck-2022f2/335a504f-c184-4953-bfd7-6283f13618b6/scratchpad/assets/photo-cathedral.jpg">    </p:cNvPr>
          <p:cNvPicPr>
            <a:picLocks noChangeAspect="1"/>
          </p:cNvPicPr>
          <p:nvPr/>
        </p:nvPicPr>
        <p:blipFill>
          <a:blip r:embed="rId10"/>
          <a:stretch>
            <a:fillRect/>
          </a:stretch>
        </p:blipFill>
        <p:spPr>
          <a:xfrm rot="480000">
            <a:off x="7616952" y="1124712"/>
            <a:ext cx="1051560" cy="1285240"/>
          </a:xfrm>
          <a:prstGeom prst="rect">
            <a:avLst/>
          </a:prstGeom>
        </p:spPr>
      </p:pic>
      <p:sp>
        <p:nvSpPr>
          <p:cNvPr id="17" name="Shape 6"/>
          <p:cNvSpPr/>
          <p:nvPr/>
        </p:nvSpPr>
        <p:spPr>
          <a:xfrm rot="240000">
            <a:off x="6382512" y="2697480"/>
            <a:ext cx="1837944" cy="1672936"/>
          </a:xfrm>
          <a:prstGeom prst="rect">
            <a:avLst/>
          </a:prstGeom>
          <a:solidFill>
            <a:srgbClr val="686258">
              <a:alpha val="22000"/>
            </a:srgbClr>
          </a:solidFill>
          <a:ln w="12700">
            <a:solidFill>
              <a:srgbClr val="333333"/>
            </a:solidFill>
            <a:prstDash val="solid"/>
          </a:ln>
        </p:spPr>
      </p:sp>
      <p:sp>
        <p:nvSpPr>
          <p:cNvPr id="18" name="Shape 7"/>
          <p:cNvSpPr/>
          <p:nvPr/>
        </p:nvSpPr>
        <p:spPr>
          <a:xfrm rot="240000">
            <a:off x="6355080" y="2651760"/>
            <a:ext cx="1837944" cy="1672936"/>
          </a:xfrm>
          <a:prstGeom prst="rect">
            <a:avLst/>
          </a:prstGeom>
          <a:solidFill>
            <a:srgbClr val="FFFFFF"/>
          </a:solidFill>
          <a:ln w="9525">
            <a:solidFill>
              <a:srgbClr val="CFC7B8"/>
            </a:solidFill>
            <a:prstDash val="solid"/>
          </a:ln>
        </p:spPr>
      </p:sp>
      <p:pic>
        <p:nvPicPr>
          <p:cNvPr id="19" name="Image 9" descr="/private/tmp/claude-501/-Users-wuzichu-Desktop-HackCMU-2026-HackCMU-2026--claude-worktrees-hackathon-pitch-deck-2022f2/335a504f-c184-4953-bfd7-6283f13618b6/scratchpad/assets/photo-phipps.jpg">    </p:cNvPr>
          <p:cNvPicPr>
            <a:picLocks noChangeAspect="1"/>
          </p:cNvPicPr>
          <p:nvPr/>
        </p:nvPicPr>
        <p:blipFill>
          <a:blip r:embed="rId11"/>
          <a:stretch>
            <a:fillRect/>
          </a:stretch>
        </p:blipFill>
        <p:spPr>
          <a:xfrm rot="240000">
            <a:off x="6428232" y="2724912"/>
            <a:ext cx="1691640" cy="1307176"/>
          </a:xfrm>
          <a:prstGeom prst="rect">
            <a:avLst/>
          </a:prstGeom>
        </p:spPr>
      </p:pic>
      <p:pic>
        <p:nvPicPr>
          <p:cNvPr id="20" name="Image 10" descr="/private/tmp/claude-501/-Users-wuzichu-Desktop-HackCMU-2026-HackCMU-2026--claude-worktrees-hackathon-pitch-deck-2022f2/335a504f-c184-4953-bfd7-6283f13618b6/scratchpad/assets/text-p-note.png">    </p:cNvPr>
          <p:cNvPicPr>
            <a:picLocks noChangeAspect="1"/>
          </p:cNvPicPr>
          <p:nvPr/>
        </p:nvPicPr>
        <p:blipFill>
          <a:blip r:embed="rId12"/>
          <a:stretch>
            <a:fillRect/>
          </a:stretch>
        </p:blipFill>
        <p:spPr>
          <a:xfrm>
            <a:off x="5971233" y="4572000"/>
            <a:ext cx="2230734" cy="274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1/-Users-wuzichu-Desktop-HackCMU-2026-HackCMU-2026--claude-worktrees-hackathon-pitch-deck-2022f2/335a504f-c184-4953-bfd7-6283f13618b6/scratchpad/assets/icon-clover.png">    </p:cNvPr>
          <p:cNvPicPr>
            <a:picLocks noChangeAspect="1"/>
          </p:cNvPicPr>
          <p:nvPr/>
        </p:nvPicPr>
        <p:blipFill>
          <a:blip r:embed="rId2"/>
          <a:stretch>
            <a:fillRect/>
          </a:stretch>
        </p:blipFill>
        <p:spPr>
          <a:xfrm>
            <a:off x="457200" y="246888"/>
            <a:ext cx="251193" cy="329184"/>
          </a:xfrm>
          <a:prstGeom prst="rect">
            <a:avLst/>
          </a:prstGeom>
        </p:spPr>
      </p:pic>
      <p:pic>
        <p:nvPicPr>
          <p:cNvPr id="3" name="Image 1" descr="/private/tmp/claude-501/-Users-wuzichu-Desktop-HackCMU-2026-HackCMU-2026--claude-worktrees-hackathon-pitch-deck-2022f2/335a504f-c184-4953-bfd7-6283f13618b6/scratchpad/assets/text-wordmark.png">    </p:cNvPr>
          <p:cNvPicPr>
            <a:picLocks noChangeAspect="1"/>
          </p:cNvPicPr>
          <p:nvPr/>
        </p:nvPicPr>
        <p:blipFill>
          <a:blip r:embed="rId3"/>
          <a:stretch>
            <a:fillRect/>
          </a:stretch>
        </p:blipFill>
        <p:spPr>
          <a:xfrm>
            <a:off x="822960" y="146304"/>
            <a:ext cx="991643" cy="475488"/>
          </a:xfrm>
          <a:prstGeom prst="rect">
            <a:avLst/>
          </a:prstGeom>
        </p:spPr>
      </p:pic>
      <p:sp>
        <p:nvSpPr>
          <p:cNvPr id="4" name="Shape 0"/>
          <p:cNvSpPr/>
          <p:nvPr/>
        </p:nvSpPr>
        <p:spPr>
          <a:xfrm>
            <a:off x="457200" y="777240"/>
            <a:ext cx="8229600" cy="0"/>
          </a:xfrm>
          <a:prstGeom prst="line">
            <a:avLst/>
          </a:prstGeom>
          <a:noFill/>
          <a:ln w="9525">
            <a:solidFill>
              <a:srgbClr val="CFC7B8"/>
            </a:solidFill>
            <a:prstDash val="solid"/>
          </a:ln>
        </p:spPr>
      </p:sp>
      <p:sp>
        <p:nvSpPr>
          <p:cNvPr id="5" name="Text 1"/>
          <p:cNvSpPr txBox="1"/>
          <p:nvPr/>
        </p:nvSpPr>
        <p:spPr>
          <a:xfrm>
            <a:off x="548640" y="932688"/>
            <a:ext cx="2743200" cy="228600"/>
          </a:xfrm>
          <a:prstGeom prst="rect">
            <a:avLst/>
          </a:prstGeom>
          <a:noFill/>
          <a:ln/>
        </p:spPr>
        <p:txBody>
          <a:bodyPr wrap="square" lIns="0" tIns="0" rIns="0" bIns="0" rtlCol="0" anchor="ctr"/>
          <a:lstStyle/>
          <a:p>
            <a:pPr indent="0" marL="0">
              <a:buNone/>
            </a:pPr>
            <a:r>
              <a:rPr lang="en-US" sz="950" b="1" spc="250" kern="0" dirty="0">
                <a:solidFill>
                  <a:srgbClr val="787268"/>
                </a:solidFill>
                <a:latin typeface="Nunito" pitchFamily="34" charset="0"/>
                <a:ea typeface="Nunito" pitchFamily="34" charset="-122"/>
                <a:cs typeface="Nunito" pitchFamily="34" charset="-120"/>
              </a:rPr>
              <a:t>HOW WE SOLVE IT</a:t>
            </a:r>
            <a:endParaRPr lang="en-US" sz="950" dirty="0"/>
          </a:p>
        </p:txBody>
      </p:sp>
      <p:pic>
        <p:nvPicPr>
          <p:cNvPr id="6" name="Image 2" descr="/private/tmp/claude-501/-Users-wuzichu-Desktop-HackCMU-2026-HackCMU-2026--claude-worktrees-hackathon-pitch-deck-2022f2/335a504f-c184-4953-bfd7-6283f13618b6/scratchpad/assets/text-s-h1.png">    </p:cNvPr>
          <p:cNvPicPr>
            <a:picLocks noChangeAspect="1"/>
          </p:cNvPicPr>
          <p:nvPr/>
        </p:nvPicPr>
        <p:blipFill>
          <a:blip r:embed="rId4"/>
          <a:stretch>
            <a:fillRect/>
          </a:stretch>
        </p:blipFill>
        <p:spPr>
          <a:xfrm>
            <a:off x="502920" y="1078992"/>
            <a:ext cx="4210370" cy="713232"/>
          </a:xfrm>
          <a:prstGeom prst="rect">
            <a:avLst/>
          </a:prstGeom>
        </p:spPr>
      </p:pic>
      <p:pic>
        <p:nvPicPr>
          <p:cNvPr id="7" name="Image 3" descr="/private/tmp/claude-501/-Users-wuzichu-Desktop-HackCMU-2026-HackCMU-2026--claude-worktrees-hackathon-pitch-deck-2022f2/335a504f-c184-4953-bfd7-6283f13618b6/scratchpad/assets/text-s-sub.png">    </p:cNvPr>
          <p:cNvPicPr>
            <a:picLocks noChangeAspect="1"/>
          </p:cNvPicPr>
          <p:nvPr/>
        </p:nvPicPr>
        <p:blipFill>
          <a:blip r:embed="rId5"/>
          <a:stretch>
            <a:fillRect/>
          </a:stretch>
        </p:blipFill>
        <p:spPr>
          <a:xfrm>
            <a:off x="530352" y="1755648"/>
            <a:ext cx="3486059" cy="329184"/>
          </a:xfrm>
          <a:prstGeom prst="rect">
            <a:avLst/>
          </a:prstGeom>
        </p:spPr>
      </p:pic>
      <p:sp>
        <p:nvSpPr>
          <p:cNvPr id="8" name="Shape 2"/>
          <p:cNvSpPr/>
          <p:nvPr/>
        </p:nvSpPr>
        <p:spPr>
          <a:xfrm>
            <a:off x="4645152" y="2194560"/>
            <a:ext cx="4069080" cy="2606040"/>
          </a:xfrm>
          <a:prstGeom prst="rect">
            <a:avLst/>
          </a:prstGeom>
          <a:solidFill>
            <a:srgbClr val="686258">
              <a:alpha val="18000"/>
            </a:srgbClr>
          </a:solidFill>
          <a:ln w="12700">
            <a:solidFill>
              <a:srgbClr val="333333"/>
            </a:solidFill>
            <a:prstDash val="solid"/>
          </a:ln>
        </p:spPr>
      </p:sp>
      <p:sp>
        <p:nvSpPr>
          <p:cNvPr id="9" name="Shape 3"/>
          <p:cNvSpPr/>
          <p:nvPr/>
        </p:nvSpPr>
        <p:spPr>
          <a:xfrm>
            <a:off x="4617720" y="2148840"/>
            <a:ext cx="4069080" cy="2606040"/>
          </a:xfrm>
          <a:prstGeom prst="rect">
            <a:avLst/>
          </a:prstGeom>
          <a:solidFill>
            <a:srgbClr val="FFFCF5"/>
          </a:solidFill>
          <a:ln w="12700">
            <a:solidFill>
              <a:srgbClr val="CFC7B8"/>
            </a:solidFill>
            <a:prstDash val="solid"/>
          </a:ln>
        </p:spPr>
      </p:sp>
      <p:sp>
        <p:nvSpPr>
          <p:cNvPr id="10" name="Text 4"/>
          <p:cNvSpPr txBox="1"/>
          <p:nvPr/>
        </p:nvSpPr>
        <p:spPr>
          <a:xfrm>
            <a:off x="2103120" y="2240280"/>
            <a:ext cx="2286000" cy="228600"/>
          </a:xfrm>
          <a:prstGeom prst="rect">
            <a:avLst/>
          </a:prstGeom>
          <a:noFill/>
          <a:ln/>
        </p:spPr>
        <p:txBody>
          <a:bodyPr wrap="square" lIns="0" tIns="0" rIns="0" bIns="0" rtlCol="0" anchor="ctr"/>
          <a:lstStyle/>
          <a:p>
            <a:pPr indent="0" marL="0">
              <a:buNone/>
            </a:pPr>
            <a:r>
              <a:rPr lang="en-US" sz="950" b="1" spc="250" kern="0" dirty="0">
                <a:solidFill>
                  <a:srgbClr val="787268"/>
                </a:solidFill>
                <a:latin typeface="Nunito" pitchFamily="34" charset="0"/>
                <a:ea typeface="Nunito" pitchFamily="34" charset="-122"/>
                <a:cs typeface="Nunito" pitchFamily="34" charset="-120"/>
              </a:rPr>
              <a:t>OTHER APPS</a:t>
            </a:r>
            <a:endParaRPr lang="en-US" sz="950" dirty="0"/>
          </a:p>
        </p:txBody>
      </p:sp>
      <p:sp>
        <p:nvSpPr>
          <p:cNvPr id="11" name="Text 5"/>
          <p:cNvSpPr txBox="1"/>
          <p:nvPr/>
        </p:nvSpPr>
        <p:spPr>
          <a:xfrm>
            <a:off x="4846320" y="2240280"/>
            <a:ext cx="2286000" cy="228600"/>
          </a:xfrm>
          <a:prstGeom prst="rect">
            <a:avLst/>
          </a:prstGeom>
          <a:noFill/>
          <a:ln/>
        </p:spPr>
        <p:txBody>
          <a:bodyPr wrap="square" lIns="0" tIns="0" rIns="0" bIns="0" rtlCol="0" anchor="ctr"/>
          <a:lstStyle/>
          <a:p>
            <a:pPr indent="0" marL="0">
              <a:buNone/>
            </a:pPr>
            <a:r>
              <a:rPr lang="en-US" sz="950" b="1" spc="250" kern="0" dirty="0">
                <a:solidFill>
                  <a:srgbClr val="787268"/>
                </a:solidFill>
                <a:latin typeface="Nunito" pitchFamily="34" charset="0"/>
                <a:ea typeface="Nunito" pitchFamily="34" charset="-122"/>
                <a:cs typeface="Nunito" pitchFamily="34" charset="-120"/>
              </a:rPr>
              <a:t>PINLOG</a:t>
            </a:r>
            <a:endParaRPr lang="en-US" sz="950" dirty="0"/>
          </a:p>
        </p:txBody>
      </p:sp>
      <p:sp>
        <p:nvSpPr>
          <p:cNvPr id="12" name="Shape 6"/>
          <p:cNvSpPr/>
          <p:nvPr/>
        </p:nvSpPr>
        <p:spPr>
          <a:xfrm>
            <a:off x="5020056" y="2880360"/>
            <a:ext cx="0" cy="1463040"/>
          </a:xfrm>
          <a:prstGeom prst="line">
            <a:avLst/>
          </a:prstGeom>
          <a:noFill/>
          <a:ln w="15875">
            <a:solidFill>
              <a:srgbClr val="796790"/>
            </a:solidFill>
            <a:prstDash val="dash"/>
          </a:ln>
        </p:spPr>
      </p:sp>
      <p:pic>
        <p:nvPicPr>
          <p:cNvPr id="13" name="Image 4" descr="/private/tmp/claude-501/-Users-wuzichu-Desktop-HackCMU-2026-HackCMU-2026--claude-worktrees-hackathon-pitch-deck-2022f2/335a504f-c184-4953-bfd7-6283f13618b6/scratchpad/assets/text-s1.png">    </p:cNvPr>
          <p:cNvPicPr>
            <a:picLocks noChangeAspect="1"/>
          </p:cNvPicPr>
          <p:nvPr/>
        </p:nvPicPr>
        <p:blipFill>
          <a:blip r:embed="rId6"/>
          <a:stretch>
            <a:fillRect/>
          </a:stretch>
        </p:blipFill>
        <p:spPr>
          <a:xfrm>
            <a:off x="548640" y="2587752"/>
            <a:ext cx="554834" cy="402336"/>
          </a:xfrm>
          <a:prstGeom prst="rect">
            <a:avLst/>
          </a:prstGeom>
        </p:spPr>
      </p:pic>
      <p:pic>
        <p:nvPicPr>
          <p:cNvPr id="14" name="Image 5" descr="/private/tmp/claude-501/-Users-wuzichu-Desktop-HackCMU-2026-HackCMU-2026--claude-worktrees-hackathon-pitch-deck-2022f2/335a504f-c184-4953-bfd7-6283f13618b6/scratchpad/assets/text-o1.png">    </p:cNvPr>
          <p:cNvPicPr>
            <a:picLocks noChangeAspect="1"/>
          </p:cNvPicPr>
          <p:nvPr/>
        </p:nvPicPr>
        <p:blipFill>
          <a:blip r:embed="rId7"/>
          <a:stretch>
            <a:fillRect/>
          </a:stretch>
        </p:blipFill>
        <p:spPr>
          <a:xfrm>
            <a:off x="2103120" y="2660904"/>
            <a:ext cx="2177548" cy="292608"/>
          </a:xfrm>
          <a:prstGeom prst="rect">
            <a:avLst/>
          </a:prstGeom>
        </p:spPr>
      </p:pic>
      <p:sp>
        <p:nvSpPr>
          <p:cNvPr id="15" name="Shape 7"/>
          <p:cNvSpPr/>
          <p:nvPr/>
        </p:nvSpPr>
        <p:spPr>
          <a:xfrm>
            <a:off x="4846320" y="2706624"/>
            <a:ext cx="347472" cy="347472"/>
          </a:xfrm>
          <a:prstGeom prst="ellipse">
            <a:avLst/>
          </a:prstGeom>
          <a:solidFill>
            <a:srgbClr val="FFFCF5"/>
          </a:solidFill>
          <a:ln w="19050">
            <a:solidFill>
              <a:srgbClr val="796790"/>
            </a:solidFill>
            <a:prstDash val="solid"/>
          </a:ln>
        </p:spPr>
      </p:sp>
      <p:sp>
        <p:nvSpPr>
          <p:cNvPr id="16" name="Text 8"/>
          <p:cNvSpPr txBox="1"/>
          <p:nvPr/>
        </p:nvSpPr>
        <p:spPr>
          <a:xfrm>
            <a:off x="4846320" y="2706624"/>
            <a:ext cx="347472" cy="347472"/>
          </a:xfrm>
          <a:prstGeom prst="rect">
            <a:avLst/>
          </a:prstGeom>
          <a:noFill/>
          <a:ln/>
        </p:spPr>
        <p:txBody>
          <a:bodyPr wrap="square" lIns="0" tIns="0" rIns="0" bIns="0" rtlCol="0" anchor="ctr"/>
          <a:lstStyle/>
          <a:p>
            <a:pPr algn="ctr" indent="0" marL="0">
              <a:buNone/>
            </a:pPr>
            <a:r>
              <a:rPr lang="en-US" sz="1100" b="1" dirty="0">
                <a:solidFill>
                  <a:srgbClr val="796790"/>
                </a:solidFill>
                <a:latin typeface="Arial" pitchFamily="34" charset="0"/>
                <a:ea typeface="Arial" pitchFamily="34" charset="-122"/>
                <a:cs typeface="Arial" pitchFamily="34" charset="-120"/>
              </a:rPr>
              <a:t>1</a:t>
            </a:r>
            <a:endParaRPr lang="en-US" sz="1100" dirty="0"/>
          </a:p>
        </p:txBody>
      </p:sp>
      <p:pic>
        <p:nvPicPr>
          <p:cNvPr id="17" name="Image 6" descr="/private/tmp/claude-501/-Users-wuzichu-Desktop-HackCMU-2026-HackCMU-2026--claude-worktrees-hackathon-pitch-deck-2022f2/335a504f-c184-4953-bfd7-6283f13618b6/scratchpad/assets/icon-map.png">    </p:cNvPr>
          <p:cNvPicPr>
            <a:picLocks noChangeAspect="1"/>
          </p:cNvPicPr>
          <p:nvPr/>
        </p:nvPicPr>
        <p:blipFill>
          <a:blip r:embed="rId8"/>
          <a:stretch>
            <a:fillRect/>
          </a:stretch>
        </p:blipFill>
        <p:spPr>
          <a:xfrm>
            <a:off x="5259666" y="2606040"/>
            <a:ext cx="636348" cy="548640"/>
          </a:xfrm>
          <a:prstGeom prst="rect">
            <a:avLst/>
          </a:prstGeom>
        </p:spPr>
      </p:pic>
      <p:pic>
        <p:nvPicPr>
          <p:cNvPr id="18" name="Image 7" descr="/private/tmp/claude-501/-Users-wuzichu-Desktop-HackCMU-2026-HackCMU-2026--claude-worktrees-hackathon-pitch-deck-2022f2/335a504f-c184-4953-bfd7-6283f13618b6/scratchpad/assets/text-n1.png">    </p:cNvPr>
          <p:cNvPicPr>
            <a:picLocks noChangeAspect="1"/>
          </p:cNvPicPr>
          <p:nvPr/>
        </p:nvPicPr>
        <p:blipFill>
          <a:blip r:embed="rId9"/>
          <a:stretch>
            <a:fillRect/>
          </a:stretch>
        </p:blipFill>
        <p:spPr>
          <a:xfrm>
            <a:off x="5943600" y="2660904"/>
            <a:ext cx="1340553" cy="292608"/>
          </a:xfrm>
          <a:prstGeom prst="rect">
            <a:avLst/>
          </a:prstGeom>
        </p:spPr>
      </p:pic>
      <p:pic>
        <p:nvPicPr>
          <p:cNvPr id="19" name="Image 8" descr="/private/tmp/claude-501/-Users-wuzichu-Desktop-HackCMU-2026-HackCMU-2026--claude-worktrees-hackathon-pitch-deck-2022f2/335a504f-c184-4953-bfd7-6283f13618b6/scratchpad/assets/text-s2.png">    </p:cNvPr>
          <p:cNvPicPr>
            <a:picLocks noChangeAspect="1"/>
          </p:cNvPicPr>
          <p:nvPr/>
        </p:nvPicPr>
        <p:blipFill>
          <a:blip r:embed="rId10"/>
          <a:stretch>
            <a:fillRect/>
          </a:stretch>
        </p:blipFill>
        <p:spPr>
          <a:xfrm>
            <a:off x="548640" y="3319272"/>
            <a:ext cx="489941" cy="402336"/>
          </a:xfrm>
          <a:prstGeom prst="rect">
            <a:avLst/>
          </a:prstGeom>
        </p:spPr>
      </p:pic>
      <p:pic>
        <p:nvPicPr>
          <p:cNvPr id="20" name="Image 9" descr="/private/tmp/claude-501/-Users-wuzichu-Desktop-HackCMU-2026-HackCMU-2026--claude-worktrees-hackathon-pitch-deck-2022f2/335a504f-c184-4953-bfd7-6283f13618b6/scratchpad/assets/text-o2.png">    </p:cNvPr>
          <p:cNvPicPr>
            <a:picLocks noChangeAspect="1"/>
          </p:cNvPicPr>
          <p:nvPr/>
        </p:nvPicPr>
        <p:blipFill>
          <a:blip r:embed="rId11"/>
          <a:stretch>
            <a:fillRect/>
          </a:stretch>
        </p:blipFill>
        <p:spPr>
          <a:xfrm>
            <a:off x="2103120" y="3392424"/>
            <a:ext cx="2354474" cy="292608"/>
          </a:xfrm>
          <a:prstGeom prst="rect">
            <a:avLst/>
          </a:prstGeom>
        </p:spPr>
      </p:pic>
      <p:sp>
        <p:nvSpPr>
          <p:cNvPr id="21" name="Shape 9"/>
          <p:cNvSpPr/>
          <p:nvPr/>
        </p:nvSpPr>
        <p:spPr>
          <a:xfrm>
            <a:off x="4846320" y="3438144"/>
            <a:ext cx="347472" cy="347472"/>
          </a:xfrm>
          <a:prstGeom prst="ellipse">
            <a:avLst/>
          </a:prstGeom>
          <a:solidFill>
            <a:srgbClr val="FFFCF5"/>
          </a:solidFill>
          <a:ln w="19050">
            <a:solidFill>
              <a:srgbClr val="796790"/>
            </a:solidFill>
            <a:prstDash val="solid"/>
          </a:ln>
        </p:spPr>
      </p:sp>
      <p:sp>
        <p:nvSpPr>
          <p:cNvPr id="22" name="Text 10"/>
          <p:cNvSpPr txBox="1"/>
          <p:nvPr/>
        </p:nvSpPr>
        <p:spPr>
          <a:xfrm>
            <a:off x="4846320" y="3438144"/>
            <a:ext cx="347472" cy="347472"/>
          </a:xfrm>
          <a:prstGeom prst="rect">
            <a:avLst/>
          </a:prstGeom>
          <a:noFill/>
          <a:ln/>
        </p:spPr>
        <p:txBody>
          <a:bodyPr wrap="square" lIns="0" tIns="0" rIns="0" bIns="0" rtlCol="0" anchor="ctr"/>
          <a:lstStyle/>
          <a:p>
            <a:pPr algn="ctr" indent="0" marL="0">
              <a:buNone/>
            </a:pPr>
            <a:r>
              <a:rPr lang="en-US" sz="1100" b="1" dirty="0">
                <a:solidFill>
                  <a:srgbClr val="796790"/>
                </a:solidFill>
                <a:latin typeface="Arial" pitchFamily="34" charset="0"/>
                <a:ea typeface="Arial" pitchFamily="34" charset="-122"/>
                <a:cs typeface="Arial" pitchFamily="34" charset="-120"/>
              </a:rPr>
              <a:t>2</a:t>
            </a:r>
            <a:endParaRPr lang="en-US" sz="1100" dirty="0"/>
          </a:p>
        </p:txBody>
      </p:sp>
      <p:pic>
        <p:nvPicPr>
          <p:cNvPr id="23" name="Image 10" descr="/private/tmp/claude-501/-Users-wuzichu-Desktop-HackCMU-2026-HackCMU-2026--claude-worktrees-hackathon-pitch-deck-2022f2/335a504f-c184-4953-bfd7-6283f13618b6/scratchpad/assets/icon-scrapbook.png">    </p:cNvPr>
          <p:cNvPicPr>
            <a:picLocks noChangeAspect="1"/>
          </p:cNvPicPr>
          <p:nvPr/>
        </p:nvPicPr>
        <p:blipFill>
          <a:blip r:embed="rId12"/>
          <a:stretch>
            <a:fillRect/>
          </a:stretch>
        </p:blipFill>
        <p:spPr>
          <a:xfrm>
            <a:off x="5238162" y="3337560"/>
            <a:ext cx="679356" cy="548640"/>
          </a:xfrm>
          <a:prstGeom prst="rect">
            <a:avLst/>
          </a:prstGeom>
        </p:spPr>
      </p:pic>
      <p:pic>
        <p:nvPicPr>
          <p:cNvPr id="24" name="Image 11" descr="/private/tmp/claude-501/-Users-wuzichu-Desktop-HackCMU-2026-HackCMU-2026--claude-worktrees-hackathon-pitch-deck-2022f2/335a504f-c184-4953-bfd7-6283f13618b6/scratchpad/assets/text-n2.png">    </p:cNvPr>
          <p:cNvPicPr>
            <a:picLocks noChangeAspect="1"/>
          </p:cNvPicPr>
          <p:nvPr/>
        </p:nvPicPr>
        <p:blipFill>
          <a:blip r:embed="rId13"/>
          <a:stretch>
            <a:fillRect/>
          </a:stretch>
        </p:blipFill>
        <p:spPr>
          <a:xfrm>
            <a:off x="5943600" y="3392424"/>
            <a:ext cx="2616460" cy="292608"/>
          </a:xfrm>
          <a:prstGeom prst="rect">
            <a:avLst/>
          </a:prstGeom>
        </p:spPr>
      </p:pic>
      <p:pic>
        <p:nvPicPr>
          <p:cNvPr id="25" name="Image 12" descr="/private/tmp/claude-501/-Users-wuzichu-Desktop-HackCMU-2026-HackCMU-2026--claude-worktrees-hackathon-pitch-deck-2022f2/335a504f-c184-4953-bfd7-6283f13618b6/scratchpad/assets/text-s3.png">    </p:cNvPr>
          <p:cNvPicPr>
            <a:picLocks noChangeAspect="1"/>
          </p:cNvPicPr>
          <p:nvPr/>
        </p:nvPicPr>
        <p:blipFill>
          <a:blip r:embed="rId14"/>
          <a:stretch>
            <a:fillRect/>
          </a:stretch>
        </p:blipFill>
        <p:spPr>
          <a:xfrm>
            <a:off x="548640" y="4050792"/>
            <a:ext cx="1275146" cy="402336"/>
          </a:xfrm>
          <a:prstGeom prst="rect">
            <a:avLst/>
          </a:prstGeom>
        </p:spPr>
      </p:pic>
      <p:pic>
        <p:nvPicPr>
          <p:cNvPr id="26" name="Image 13" descr="/private/tmp/claude-501/-Users-wuzichu-Desktop-HackCMU-2026-HackCMU-2026--claude-worktrees-hackathon-pitch-deck-2022f2/335a504f-c184-4953-bfd7-6283f13618b6/scratchpad/assets/text-o3.png">    </p:cNvPr>
          <p:cNvPicPr>
            <a:picLocks noChangeAspect="1"/>
          </p:cNvPicPr>
          <p:nvPr/>
        </p:nvPicPr>
        <p:blipFill>
          <a:blip r:embed="rId15"/>
          <a:stretch>
            <a:fillRect/>
          </a:stretch>
        </p:blipFill>
        <p:spPr>
          <a:xfrm>
            <a:off x="2103120" y="4123944"/>
            <a:ext cx="2174145" cy="292608"/>
          </a:xfrm>
          <a:prstGeom prst="rect">
            <a:avLst/>
          </a:prstGeom>
        </p:spPr>
      </p:pic>
      <p:sp>
        <p:nvSpPr>
          <p:cNvPr id="27" name="Shape 11"/>
          <p:cNvSpPr/>
          <p:nvPr/>
        </p:nvSpPr>
        <p:spPr>
          <a:xfrm>
            <a:off x="4846320" y="4169664"/>
            <a:ext cx="347472" cy="347472"/>
          </a:xfrm>
          <a:prstGeom prst="ellipse">
            <a:avLst/>
          </a:prstGeom>
          <a:solidFill>
            <a:srgbClr val="FFFCF5"/>
          </a:solidFill>
          <a:ln w="19050">
            <a:solidFill>
              <a:srgbClr val="796790"/>
            </a:solidFill>
            <a:prstDash val="solid"/>
          </a:ln>
        </p:spPr>
      </p:sp>
      <p:sp>
        <p:nvSpPr>
          <p:cNvPr id="28" name="Text 12"/>
          <p:cNvSpPr txBox="1"/>
          <p:nvPr/>
        </p:nvSpPr>
        <p:spPr>
          <a:xfrm>
            <a:off x="4846320" y="4169664"/>
            <a:ext cx="347472" cy="347472"/>
          </a:xfrm>
          <a:prstGeom prst="rect">
            <a:avLst/>
          </a:prstGeom>
          <a:noFill/>
          <a:ln/>
        </p:spPr>
        <p:txBody>
          <a:bodyPr wrap="square" lIns="0" tIns="0" rIns="0" bIns="0" rtlCol="0" anchor="ctr"/>
          <a:lstStyle/>
          <a:p>
            <a:pPr algn="ctr" indent="0" marL="0">
              <a:buNone/>
            </a:pPr>
            <a:r>
              <a:rPr lang="en-US" sz="1100" b="1" dirty="0">
                <a:solidFill>
                  <a:srgbClr val="796790"/>
                </a:solidFill>
                <a:latin typeface="Arial" pitchFamily="34" charset="0"/>
                <a:ea typeface="Arial" pitchFamily="34" charset="-122"/>
                <a:cs typeface="Arial" pitchFamily="34" charset="-120"/>
              </a:rPr>
              <a:t>3</a:t>
            </a:r>
            <a:endParaRPr lang="en-US" sz="1100" dirty="0"/>
          </a:p>
        </p:txBody>
      </p:sp>
      <p:pic>
        <p:nvPicPr>
          <p:cNvPr id="29" name="Image 14" descr="/private/tmp/claude-501/-Users-wuzichu-Desktop-HackCMU-2026-HackCMU-2026--claude-worktrees-hackathon-pitch-deck-2022f2/335a504f-c184-4953-bfd7-6283f13618b6/scratchpad/assets/icon-super8.png">    </p:cNvPr>
          <p:cNvPicPr>
            <a:picLocks noChangeAspect="1"/>
          </p:cNvPicPr>
          <p:nvPr/>
        </p:nvPicPr>
        <p:blipFill>
          <a:blip r:embed="rId16"/>
          <a:stretch>
            <a:fillRect/>
          </a:stretch>
        </p:blipFill>
        <p:spPr>
          <a:xfrm>
            <a:off x="5312292" y="4069080"/>
            <a:ext cx="531096" cy="548640"/>
          </a:xfrm>
          <a:prstGeom prst="rect">
            <a:avLst/>
          </a:prstGeom>
        </p:spPr>
      </p:pic>
      <p:pic>
        <p:nvPicPr>
          <p:cNvPr id="30" name="Image 15" descr="/private/tmp/claude-501/-Users-wuzichu-Desktop-HackCMU-2026-HackCMU-2026--claude-worktrees-hackathon-pitch-deck-2022f2/335a504f-c184-4953-bfd7-6283f13618b6/scratchpad/assets/text-n3.png">    </p:cNvPr>
          <p:cNvPicPr>
            <a:picLocks noChangeAspect="1"/>
          </p:cNvPicPr>
          <p:nvPr/>
        </p:nvPicPr>
        <p:blipFill>
          <a:blip r:embed="rId17"/>
          <a:stretch>
            <a:fillRect/>
          </a:stretch>
        </p:blipFill>
        <p:spPr>
          <a:xfrm>
            <a:off x="5943600" y="4123944"/>
            <a:ext cx="2487168" cy="2926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1/-Users-wuzichu-Desktop-HackCMU-2026-HackCMU-2026--claude-worktrees-hackathon-pitch-deck-2022f2/335a504f-c184-4953-bfd7-6283f13618b6/scratchpad/assets/icon-clover.png">    </p:cNvPr>
          <p:cNvPicPr>
            <a:picLocks noChangeAspect="1"/>
          </p:cNvPicPr>
          <p:nvPr/>
        </p:nvPicPr>
        <p:blipFill>
          <a:blip r:embed="rId2"/>
          <a:stretch>
            <a:fillRect/>
          </a:stretch>
        </p:blipFill>
        <p:spPr>
          <a:xfrm>
            <a:off x="457200" y="246888"/>
            <a:ext cx="251193" cy="329184"/>
          </a:xfrm>
          <a:prstGeom prst="rect">
            <a:avLst/>
          </a:prstGeom>
        </p:spPr>
      </p:pic>
      <p:pic>
        <p:nvPicPr>
          <p:cNvPr id="3" name="Image 1" descr="/private/tmp/claude-501/-Users-wuzichu-Desktop-HackCMU-2026-HackCMU-2026--claude-worktrees-hackathon-pitch-deck-2022f2/335a504f-c184-4953-bfd7-6283f13618b6/scratchpad/assets/text-wordmark.png">    </p:cNvPr>
          <p:cNvPicPr>
            <a:picLocks noChangeAspect="1"/>
          </p:cNvPicPr>
          <p:nvPr/>
        </p:nvPicPr>
        <p:blipFill>
          <a:blip r:embed="rId3"/>
          <a:stretch>
            <a:fillRect/>
          </a:stretch>
        </p:blipFill>
        <p:spPr>
          <a:xfrm>
            <a:off x="822960" y="146304"/>
            <a:ext cx="991643" cy="475488"/>
          </a:xfrm>
          <a:prstGeom prst="rect">
            <a:avLst/>
          </a:prstGeom>
        </p:spPr>
      </p:pic>
      <p:pic>
        <p:nvPicPr>
          <p:cNvPr id="4" name="Image 2" descr="/private/tmp/claude-501/-Users-wuzichu-Desktop-HackCMU-2026-HackCMU-2026--claude-worktrees-hackathon-pitch-deck-2022f2/335a504f-c184-4953-bfd7-6283f13618b6/scratchpad/assets/text-hack.png">    </p:cNvPr>
          <p:cNvPicPr>
            <a:picLocks noChangeAspect="1"/>
          </p:cNvPicPr>
          <p:nvPr/>
        </p:nvPicPr>
        <p:blipFill>
          <a:blip r:embed="rId4"/>
          <a:stretch>
            <a:fillRect/>
          </a:stretch>
        </p:blipFill>
        <p:spPr>
          <a:xfrm>
            <a:off x="7532649" y="246888"/>
            <a:ext cx="1154151" cy="274320"/>
          </a:xfrm>
          <a:prstGeom prst="rect">
            <a:avLst/>
          </a:prstGeom>
        </p:spPr>
      </p:pic>
      <p:sp>
        <p:nvSpPr>
          <p:cNvPr id="5" name="Shape 0"/>
          <p:cNvSpPr/>
          <p:nvPr/>
        </p:nvSpPr>
        <p:spPr>
          <a:xfrm>
            <a:off x="457200" y="777240"/>
            <a:ext cx="8229600" cy="0"/>
          </a:xfrm>
          <a:prstGeom prst="line">
            <a:avLst/>
          </a:prstGeom>
          <a:noFill/>
          <a:ln w="9525">
            <a:solidFill>
              <a:srgbClr val="CFC7B8"/>
            </a:solidFill>
            <a:prstDash val="solid"/>
          </a:ln>
        </p:spPr>
      </p:sp>
      <p:sp>
        <p:nvSpPr>
          <p:cNvPr id="6" name="Text 1"/>
          <p:cNvSpPr txBox="1"/>
          <p:nvPr/>
        </p:nvSpPr>
        <p:spPr>
          <a:xfrm>
            <a:off x="548640" y="932688"/>
            <a:ext cx="2743200" cy="228600"/>
          </a:xfrm>
          <a:prstGeom prst="rect">
            <a:avLst/>
          </a:prstGeom>
          <a:noFill/>
          <a:ln/>
        </p:spPr>
        <p:txBody>
          <a:bodyPr wrap="square" lIns="0" tIns="0" rIns="0" bIns="0" rtlCol="0" anchor="ctr"/>
          <a:lstStyle/>
          <a:p>
            <a:pPr indent="0" marL="0">
              <a:buNone/>
            </a:pPr>
            <a:r>
              <a:rPr lang="en-US" sz="950" b="1" spc="250" kern="0" dirty="0">
                <a:solidFill>
                  <a:srgbClr val="787268"/>
                </a:solidFill>
                <a:latin typeface="Nunito" pitchFamily="34" charset="0"/>
                <a:ea typeface="Nunito" pitchFamily="34" charset="-122"/>
                <a:cs typeface="Nunito" pitchFamily="34" charset="-120"/>
              </a:rPr>
              <a:t>THE STACK</a:t>
            </a:r>
            <a:endParaRPr lang="en-US" sz="950" dirty="0"/>
          </a:p>
        </p:txBody>
      </p:sp>
      <p:pic>
        <p:nvPicPr>
          <p:cNvPr id="7" name="Image 3" descr="/private/tmp/claude-501/-Users-wuzichu-Desktop-HackCMU-2026-HackCMU-2026--claude-worktrees-hackathon-pitch-deck-2022f2/335a504f-c184-4953-bfd7-6283f13618b6/scratchpad/assets/text-b-h1.png">    </p:cNvPr>
          <p:cNvPicPr>
            <a:picLocks noChangeAspect="1"/>
          </p:cNvPicPr>
          <p:nvPr/>
        </p:nvPicPr>
        <p:blipFill>
          <a:blip r:embed="rId5"/>
          <a:stretch>
            <a:fillRect/>
          </a:stretch>
        </p:blipFill>
        <p:spPr>
          <a:xfrm>
            <a:off x="502920" y="1078992"/>
            <a:ext cx="5140529" cy="713232"/>
          </a:xfrm>
          <a:prstGeom prst="rect">
            <a:avLst/>
          </a:prstGeom>
        </p:spPr>
      </p:pic>
      <p:pic>
        <p:nvPicPr>
          <p:cNvPr id="8" name="Image 4" descr="/private/tmp/claude-501/-Users-wuzichu-Desktop-HackCMU-2026-HackCMU-2026--claude-worktrees-hackathon-pitch-deck-2022f2/335a504f-c184-4953-bfd7-6283f13618b6/scratchpad/assets/text-b-sub.png">    </p:cNvPr>
          <p:cNvPicPr>
            <a:picLocks noChangeAspect="1"/>
          </p:cNvPicPr>
          <p:nvPr/>
        </p:nvPicPr>
        <p:blipFill>
          <a:blip r:embed="rId6"/>
          <a:stretch>
            <a:fillRect/>
          </a:stretch>
        </p:blipFill>
        <p:spPr>
          <a:xfrm>
            <a:off x="530352" y="1755648"/>
            <a:ext cx="2370125" cy="329184"/>
          </a:xfrm>
          <a:prstGeom prst="rect">
            <a:avLst/>
          </a:prstGeom>
        </p:spPr>
      </p:pic>
      <p:sp>
        <p:nvSpPr>
          <p:cNvPr id="9" name="Shape 2"/>
          <p:cNvSpPr/>
          <p:nvPr/>
        </p:nvSpPr>
        <p:spPr>
          <a:xfrm rot="-72000">
            <a:off x="484632" y="2423160"/>
            <a:ext cx="1828800" cy="2377440"/>
          </a:xfrm>
          <a:prstGeom prst="rect">
            <a:avLst/>
          </a:prstGeom>
          <a:solidFill>
            <a:srgbClr val="686258">
              <a:alpha val="18000"/>
            </a:srgbClr>
          </a:solidFill>
          <a:ln w="12700">
            <a:solidFill>
              <a:srgbClr val="333333"/>
            </a:solidFill>
            <a:prstDash val="solid"/>
          </a:ln>
        </p:spPr>
      </p:sp>
      <p:sp>
        <p:nvSpPr>
          <p:cNvPr id="10" name="Shape 3"/>
          <p:cNvSpPr/>
          <p:nvPr/>
        </p:nvSpPr>
        <p:spPr>
          <a:xfrm rot="-72000">
            <a:off x="457200" y="2377440"/>
            <a:ext cx="1828800" cy="2377440"/>
          </a:xfrm>
          <a:prstGeom prst="rect">
            <a:avLst/>
          </a:prstGeom>
          <a:solidFill>
            <a:srgbClr val="FFFCF5"/>
          </a:solidFill>
          <a:ln w="12700">
            <a:solidFill>
              <a:srgbClr val="CFC7B8"/>
            </a:solidFill>
            <a:prstDash val="solid"/>
          </a:ln>
        </p:spPr>
      </p:sp>
      <p:sp>
        <p:nvSpPr>
          <p:cNvPr id="11" name="Shape 4"/>
          <p:cNvSpPr/>
          <p:nvPr/>
        </p:nvSpPr>
        <p:spPr>
          <a:xfrm rot="-192000">
            <a:off x="1024128" y="2286000"/>
            <a:ext cx="694944" cy="182880"/>
          </a:xfrm>
          <a:prstGeom prst="rect">
            <a:avLst/>
          </a:prstGeom>
          <a:solidFill>
            <a:srgbClr val="CAB9D9">
              <a:alpha val="60000"/>
            </a:srgbClr>
          </a:solidFill>
          <a:ln w="12700">
            <a:solidFill>
              <a:srgbClr val="333333"/>
            </a:solidFill>
            <a:prstDash val="solid"/>
          </a:ln>
        </p:spPr>
      </p:sp>
      <p:pic>
        <p:nvPicPr>
          <p:cNvPr id="12" name="Image 5" descr="/private/tmp/claude-501/-Users-wuzichu-Desktop-HackCMU-2026-HackCMU-2026--claude-worktrees-hackathon-pitch-deck-2022f2/335a504f-c184-4953-bfd7-6283f13618b6/scratchpad/assets/icon-super8.png">    </p:cNvPr>
          <p:cNvPicPr>
            <a:picLocks noChangeAspect="1"/>
          </p:cNvPicPr>
          <p:nvPr/>
        </p:nvPicPr>
        <p:blipFill>
          <a:blip r:embed="rId7"/>
          <a:stretch>
            <a:fillRect/>
          </a:stretch>
        </p:blipFill>
        <p:spPr>
          <a:xfrm>
            <a:off x="1061794" y="2633472"/>
            <a:ext cx="619612" cy="640080"/>
          </a:xfrm>
          <a:prstGeom prst="rect">
            <a:avLst/>
          </a:prstGeom>
        </p:spPr>
      </p:pic>
      <p:pic>
        <p:nvPicPr>
          <p:cNvPr id="13" name="Image 6" descr="/private/tmp/claude-501/-Users-wuzichu-Desktop-HackCMU-2026-HackCMU-2026--claude-worktrees-hackathon-pitch-deck-2022f2/335a504f-c184-4953-bfd7-6283f13618b6/scratchpad/assets/text-v1.png">    </p:cNvPr>
          <p:cNvPicPr>
            <a:picLocks noChangeAspect="1"/>
          </p:cNvPicPr>
          <p:nvPr/>
        </p:nvPicPr>
        <p:blipFill>
          <a:blip r:embed="rId8"/>
          <a:stretch>
            <a:fillRect/>
          </a:stretch>
        </p:blipFill>
        <p:spPr>
          <a:xfrm>
            <a:off x="753417" y="3337560"/>
            <a:ext cx="1236365" cy="384048"/>
          </a:xfrm>
          <a:prstGeom prst="rect">
            <a:avLst/>
          </a:prstGeom>
        </p:spPr>
      </p:pic>
      <p:pic>
        <p:nvPicPr>
          <p:cNvPr id="14" name="Image 7" descr="/private/tmp/claude-501/-Users-wuzichu-Desktop-HackCMU-2026-HackCMU-2026--claude-worktrees-hackathon-pitch-deck-2022f2/335a504f-c184-4953-bfd7-6283f13618b6/scratchpad/assets/text-v1s.png">    </p:cNvPr>
          <p:cNvPicPr>
            <a:picLocks noChangeAspect="1"/>
          </p:cNvPicPr>
          <p:nvPr/>
        </p:nvPicPr>
        <p:blipFill>
          <a:blip r:embed="rId9"/>
          <a:stretch>
            <a:fillRect/>
          </a:stretch>
        </p:blipFill>
        <p:spPr>
          <a:xfrm>
            <a:off x="746760" y="3749040"/>
            <a:ext cx="1249680" cy="630936"/>
          </a:xfrm>
          <a:prstGeom prst="rect">
            <a:avLst/>
          </a:prstGeom>
        </p:spPr>
      </p:pic>
      <p:sp>
        <p:nvSpPr>
          <p:cNvPr id="15" name="Shape 5"/>
          <p:cNvSpPr/>
          <p:nvPr/>
        </p:nvSpPr>
        <p:spPr>
          <a:xfrm rot="54000">
            <a:off x="2615184" y="2423160"/>
            <a:ext cx="1828800" cy="2377440"/>
          </a:xfrm>
          <a:prstGeom prst="rect">
            <a:avLst/>
          </a:prstGeom>
          <a:solidFill>
            <a:srgbClr val="686258">
              <a:alpha val="18000"/>
            </a:srgbClr>
          </a:solidFill>
          <a:ln w="12700">
            <a:solidFill>
              <a:srgbClr val="333333"/>
            </a:solidFill>
            <a:prstDash val="solid"/>
          </a:ln>
        </p:spPr>
      </p:sp>
      <p:sp>
        <p:nvSpPr>
          <p:cNvPr id="16" name="Shape 6"/>
          <p:cNvSpPr/>
          <p:nvPr/>
        </p:nvSpPr>
        <p:spPr>
          <a:xfrm rot="54000">
            <a:off x="2587752" y="2377440"/>
            <a:ext cx="1828800" cy="2377440"/>
          </a:xfrm>
          <a:prstGeom prst="rect">
            <a:avLst/>
          </a:prstGeom>
          <a:solidFill>
            <a:srgbClr val="FFFCF5"/>
          </a:solidFill>
          <a:ln w="12700">
            <a:solidFill>
              <a:srgbClr val="CFC7B8"/>
            </a:solidFill>
            <a:prstDash val="solid"/>
          </a:ln>
        </p:spPr>
      </p:sp>
      <p:sp>
        <p:nvSpPr>
          <p:cNvPr id="17" name="Shape 7"/>
          <p:cNvSpPr/>
          <p:nvPr/>
        </p:nvSpPr>
        <p:spPr>
          <a:xfrm rot="-66000">
            <a:off x="3154680" y="2286000"/>
            <a:ext cx="694944" cy="182880"/>
          </a:xfrm>
          <a:prstGeom prst="rect">
            <a:avLst/>
          </a:prstGeom>
          <a:solidFill>
            <a:srgbClr val="CAB9D9">
              <a:alpha val="60000"/>
            </a:srgbClr>
          </a:solidFill>
          <a:ln w="12700">
            <a:solidFill>
              <a:srgbClr val="333333"/>
            </a:solidFill>
            <a:prstDash val="solid"/>
          </a:ln>
        </p:spPr>
      </p:sp>
      <p:pic>
        <p:nvPicPr>
          <p:cNvPr id="18" name="Image 8" descr="/private/tmp/claude-501/-Users-wuzichu-Desktop-HackCMU-2026-HackCMU-2026--claude-worktrees-hackathon-pitch-deck-2022f2/335a504f-c184-4953-bfd7-6283f13618b6/scratchpad/assets/icon-satchel.png">    </p:cNvPr>
          <p:cNvPicPr>
            <a:picLocks noChangeAspect="1"/>
          </p:cNvPicPr>
          <p:nvPr/>
        </p:nvPicPr>
        <p:blipFill>
          <a:blip r:embed="rId10"/>
          <a:stretch>
            <a:fillRect/>
          </a:stretch>
        </p:blipFill>
        <p:spPr>
          <a:xfrm>
            <a:off x="3144400" y="2633472"/>
            <a:ext cx="715503" cy="640080"/>
          </a:xfrm>
          <a:prstGeom prst="rect">
            <a:avLst/>
          </a:prstGeom>
        </p:spPr>
      </p:pic>
      <p:pic>
        <p:nvPicPr>
          <p:cNvPr id="19" name="Image 9" descr="/private/tmp/claude-501/-Users-wuzichu-Desktop-HackCMU-2026-HackCMU-2026--claude-worktrees-hackathon-pitch-deck-2022f2/335a504f-c184-4953-bfd7-6283f13618b6/scratchpad/assets/text-v2.png">    </p:cNvPr>
          <p:cNvPicPr>
            <a:picLocks noChangeAspect="1"/>
          </p:cNvPicPr>
          <p:nvPr/>
        </p:nvPicPr>
        <p:blipFill>
          <a:blip r:embed="rId11"/>
          <a:stretch>
            <a:fillRect/>
          </a:stretch>
        </p:blipFill>
        <p:spPr>
          <a:xfrm>
            <a:off x="3161899" y="3337560"/>
            <a:ext cx="680506" cy="384048"/>
          </a:xfrm>
          <a:prstGeom prst="rect">
            <a:avLst/>
          </a:prstGeom>
        </p:spPr>
      </p:pic>
      <p:pic>
        <p:nvPicPr>
          <p:cNvPr id="20" name="Image 10" descr="/private/tmp/claude-501/-Users-wuzichu-Desktop-HackCMU-2026-HackCMU-2026--claude-worktrees-hackathon-pitch-deck-2022f2/335a504f-c184-4953-bfd7-6283f13618b6/scratchpad/assets/text-v2s.png">    </p:cNvPr>
          <p:cNvPicPr>
            <a:picLocks noChangeAspect="1"/>
          </p:cNvPicPr>
          <p:nvPr/>
        </p:nvPicPr>
        <p:blipFill>
          <a:blip r:embed="rId12"/>
          <a:stretch>
            <a:fillRect/>
          </a:stretch>
        </p:blipFill>
        <p:spPr>
          <a:xfrm>
            <a:off x="3035808" y="3749040"/>
            <a:ext cx="932688" cy="630936"/>
          </a:xfrm>
          <a:prstGeom prst="rect">
            <a:avLst/>
          </a:prstGeom>
        </p:spPr>
      </p:pic>
      <p:sp>
        <p:nvSpPr>
          <p:cNvPr id="21" name="Shape 8"/>
          <p:cNvSpPr/>
          <p:nvPr/>
        </p:nvSpPr>
        <p:spPr>
          <a:xfrm rot="-42000">
            <a:off x="4754880" y="2423160"/>
            <a:ext cx="1828800" cy="2377440"/>
          </a:xfrm>
          <a:prstGeom prst="rect">
            <a:avLst/>
          </a:prstGeom>
          <a:solidFill>
            <a:srgbClr val="686258">
              <a:alpha val="18000"/>
            </a:srgbClr>
          </a:solidFill>
          <a:ln w="12700">
            <a:solidFill>
              <a:srgbClr val="333333"/>
            </a:solidFill>
            <a:prstDash val="solid"/>
          </a:ln>
        </p:spPr>
      </p:sp>
      <p:sp>
        <p:nvSpPr>
          <p:cNvPr id="22" name="Shape 9"/>
          <p:cNvSpPr/>
          <p:nvPr/>
        </p:nvSpPr>
        <p:spPr>
          <a:xfrm rot="-42000">
            <a:off x="4727448" y="2377440"/>
            <a:ext cx="1828800" cy="2377440"/>
          </a:xfrm>
          <a:prstGeom prst="rect">
            <a:avLst/>
          </a:prstGeom>
          <a:solidFill>
            <a:srgbClr val="FFFCF5"/>
          </a:solidFill>
          <a:ln w="12700">
            <a:solidFill>
              <a:srgbClr val="CFC7B8"/>
            </a:solidFill>
            <a:prstDash val="solid"/>
          </a:ln>
        </p:spPr>
      </p:sp>
      <p:sp>
        <p:nvSpPr>
          <p:cNvPr id="23" name="Shape 10"/>
          <p:cNvSpPr/>
          <p:nvPr/>
        </p:nvSpPr>
        <p:spPr>
          <a:xfrm rot="-162000">
            <a:off x="5294376" y="2286000"/>
            <a:ext cx="694944" cy="182880"/>
          </a:xfrm>
          <a:prstGeom prst="rect">
            <a:avLst/>
          </a:prstGeom>
          <a:solidFill>
            <a:srgbClr val="CAB9D9">
              <a:alpha val="60000"/>
            </a:srgbClr>
          </a:solidFill>
          <a:ln w="12700">
            <a:solidFill>
              <a:srgbClr val="333333"/>
            </a:solidFill>
            <a:prstDash val="solid"/>
          </a:ln>
        </p:spPr>
      </p:sp>
      <p:pic>
        <p:nvPicPr>
          <p:cNvPr id="24" name="Image 11" descr="/private/tmp/claude-501/-Users-wuzichu-Desktop-HackCMU-2026-HackCMU-2026--claude-worktrees-hackathon-pitch-deck-2022f2/335a504f-c184-4953-bfd7-6283f13618b6/scratchpad/assets/icon-diary.png">    </p:cNvPr>
          <p:cNvPicPr>
            <a:picLocks noChangeAspect="1"/>
          </p:cNvPicPr>
          <p:nvPr/>
        </p:nvPicPr>
        <p:blipFill>
          <a:blip r:embed="rId13"/>
          <a:stretch>
            <a:fillRect/>
          </a:stretch>
        </p:blipFill>
        <p:spPr>
          <a:xfrm>
            <a:off x="5376699" y="2633472"/>
            <a:ext cx="530299" cy="640080"/>
          </a:xfrm>
          <a:prstGeom prst="rect">
            <a:avLst/>
          </a:prstGeom>
        </p:spPr>
      </p:pic>
      <p:pic>
        <p:nvPicPr>
          <p:cNvPr id="25" name="Image 12" descr="/private/tmp/claude-501/-Users-wuzichu-Desktop-HackCMU-2026-HackCMU-2026--claude-worktrees-hackathon-pitch-deck-2022f2/335a504f-c184-4953-bfd7-6283f13618b6/scratchpad/assets/text-v3.png">    </p:cNvPr>
          <p:cNvPicPr>
            <a:picLocks noChangeAspect="1"/>
          </p:cNvPicPr>
          <p:nvPr/>
        </p:nvPicPr>
        <p:blipFill>
          <a:blip r:embed="rId14"/>
          <a:stretch>
            <a:fillRect/>
          </a:stretch>
        </p:blipFill>
        <p:spPr>
          <a:xfrm>
            <a:off x="4818166" y="3337560"/>
            <a:ext cx="1647364" cy="384048"/>
          </a:xfrm>
          <a:prstGeom prst="rect">
            <a:avLst/>
          </a:prstGeom>
        </p:spPr>
      </p:pic>
      <p:pic>
        <p:nvPicPr>
          <p:cNvPr id="26" name="Image 13" descr="/private/tmp/claude-501/-Users-wuzichu-Desktop-HackCMU-2026-HackCMU-2026--claude-worktrees-hackathon-pitch-deck-2022f2/335a504f-c184-4953-bfd7-6283f13618b6/scratchpad/assets/text-v3s.png">    </p:cNvPr>
          <p:cNvPicPr>
            <a:picLocks noChangeAspect="1"/>
          </p:cNvPicPr>
          <p:nvPr/>
        </p:nvPicPr>
        <p:blipFill>
          <a:blip r:embed="rId15"/>
          <a:stretch>
            <a:fillRect/>
          </a:stretch>
        </p:blipFill>
        <p:spPr>
          <a:xfrm>
            <a:off x="4863084" y="3749040"/>
            <a:ext cx="1557528" cy="630936"/>
          </a:xfrm>
          <a:prstGeom prst="rect">
            <a:avLst/>
          </a:prstGeom>
        </p:spPr>
      </p:pic>
      <p:sp>
        <p:nvSpPr>
          <p:cNvPr id="27" name="Shape 11"/>
          <p:cNvSpPr/>
          <p:nvPr/>
        </p:nvSpPr>
        <p:spPr>
          <a:xfrm rot="66000">
            <a:off x="6885432" y="2423160"/>
            <a:ext cx="1828800" cy="2377440"/>
          </a:xfrm>
          <a:prstGeom prst="rect">
            <a:avLst/>
          </a:prstGeom>
          <a:solidFill>
            <a:srgbClr val="686258">
              <a:alpha val="18000"/>
            </a:srgbClr>
          </a:solidFill>
          <a:ln w="12700">
            <a:solidFill>
              <a:srgbClr val="333333"/>
            </a:solidFill>
            <a:prstDash val="solid"/>
          </a:ln>
        </p:spPr>
      </p:sp>
      <p:sp>
        <p:nvSpPr>
          <p:cNvPr id="28" name="Shape 12"/>
          <p:cNvSpPr/>
          <p:nvPr/>
        </p:nvSpPr>
        <p:spPr>
          <a:xfrm rot="66000">
            <a:off x="6858000" y="2377440"/>
            <a:ext cx="1828800" cy="2377440"/>
          </a:xfrm>
          <a:prstGeom prst="rect">
            <a:avLst/>
          </a:prstGeom>
          <a:solidFill>
            <a:srgbClr val="FFFCF5"/>
          </a:solidFill>
          <a:ln w="12700">
            <a:solidFill>
              <a:srgbClr val="CFC7B8"/>
            </a:solidFill>
            <a:prstDash val="solid"/>
          </a:ln>
        </p:spPr>
      </p:sp>
      <p:sp>
        <p:nvSpPr>
          <p:cNvPr id="29" name="Shape 13"/>
          <p:cNvSpPr/>
          <p:nvPr/>
        </p:nvSpPr>
        <p:spPr>
          <a:xfrm rot="-54000">
            <a:off x="7424928" y="2286000"/>
            <a:ext cx="694944" cy="182880"/>
          </a:xfrm>
          <a:prstGeom prst="rect">
            <a:avLst/>
          </a:prstGeom>
          <a:solidFill>
            <a:srgbClr val="CAB9D9">
              <a:alpha val="60000"/>
            </a:srgbClr>
          </a:solidFill>
          <a:ln w="12700">
            <a:solidFill>
              <a:srgbClr val="333333"/>
            </a:solidFill>
            <a:prstDash val="solid"/>
          </a:ln>
        </p:spPr>
      </p:sp>
      <p:pic>
        <p:nvPicPr>
          <p:cNvPr id="30" name="Image 14" descr="/private/tmp/claude-501/-Users-wuzichu-Desktop-HackCMU-2026-HackCMU-2026--claude-worktrees-hackathon-pitch-deck-2022f2/335a504f-c184-4953-bfd7-6283f13618b6/scratchpad/assets/icon-shelf.png">    </p:cNvPr>
          <p:cNvPicPr>
            <a:picLocks noChangeAspect="1"/>
          </p:cNvPicPr>
          <p:nvPr/>
        </p:nvPicPr>
        <p:blipFill>
          <a:blip r:embed="rId16"/>
          <a:stretch>
            <a:fillRect/>
          </a:stretch>
        </p:blipFill>
        <p:spPr>
          <a:xfrm>
            <a:off x="7380743" y="2633472"/>
            <a:ext cx="783315" cy="640080"/>
          </a:xfrm>
          <a:prstGeom prst="rect">
            <a:avLst/>
          </a:prstGeom>
        </p:spPr>
      </p:pic>
      <p:pic>
        <p:nvPicPr>
          <p:cNvPr id="31" name="Image 15" descr="/private/tmp/claude-501/-Users-wuzichu-Desktop-HackCMU-2026-HackCMU-2026--claude-worktrees-hackathon-pitch-deck-2022f2/335a504f-c184-4953-bfd7-6283f13618b6/scratchpad/assets/text-v4.png">    </p:cNvPr>
          <p:cNvPicPr>
            <a:picLocks noChangeAspect="1"/>
          </p:cNvPicPr>
          <p:nvPr/>
        </p:nvPicPr>
        <p:blipFill>
          <a:blip r:embed="rId17"/>
          <a:stretch>
            <a:fillRect/>
          </a:stretch>
        </p:blipFill>
        <p:spPr>
          <a:xfrm>
            <a:off x="7368139" y="3337560"/>
            <a:ext cx="808522" cy="384048"/>
          </a:xfrm>
          <a:prstGeom prst="rect">
            <a:avLst/>
          </a:prstGeom>
        </p:spPr>
      </p:pic>
      <p:pic>
        <p:nvPicPr>
          <p:cNvPr id="32" name="Image 16" descr="/private/tmp/claude-501/-Users-wuzichu-Desktop-HackCMU-2026-HackCMU-2026--claude-worktrees-hackathon-pitch-deck-2022f2/335a504f-c184-4953-bfd7-6283f13618b6/scratchpad/assets/text-v4s.png">    </p:cNvPr>
          <p:cNvPicPr>
            <a:picLocks noChangeAspect="1"/>
          </p:cNvPicPr>
          <p:nvPr/>
        </p:nvPicPr>
        <p:blipFill>
          <a:blip r:embed="rId18"/>
          <a:stretch>
            <a:fillRect/>
          </a:stretch>
        </p:blipFill>
        <p:spPr>
          <a:xfrm>
            <a:off x="7168896" y="3749040"/>
            <a:ext cx="1207008" cy="63093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Pinlog — HackCMU 2026</dc:title>
  <dc:subject>PptxGenJS Presentation</dc:subject>
  <dc:creator>team JANY</dc:creator>
  <cp:lastModifiedBy>team JANY</cp:lastModifiedBy>
  <cp:revision>1</cp:revision>
  <dcterms:created xsi:type="dcterms:W3CDTF">2026-09-12T19:56:09Z</dcterms:created>
  <dcterms:modified xsi:type="dcterms:W3CDTF">2026-09-12T19:56:09Z</dcterms:modified>
</cp:coreProperties>
</file>